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0" r:id="rId3"/>
    <p:sldId id="265" r:id="rId4"/>
    <p:sldId id="261" r:id="rId5"/>
    <p:sldId id="266" r:id="rId6"/>
    <p:sldId id="267" r:id="rId7"/>
    <p:sldId id="262" r:id="rId8"/>
    <p:sldId id="263" r:id="rId9"/>
    <p:sldId id="268" r:id="rId10"/>
    <p:sldId id="271" r:id="rId11"/>
    <p:sldId id="264" r:id="rId12"/>
    <p:sldId id="269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6256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</p:pic>
      <p:sp>
        <p:nvSpPr>
          <p:cNvPr id="2" name="Rectangle 1"/>
          <p:cNvSpPr/>
          <p:nvPr/>
        </p:nvSpPr>
        <p:spPr>
          <a:xfrm>
            <a:off x="1842087" y="1625600"/>
            <a:ext cx="582480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200" b="1" dirty="0" smtClean="0"/>
              <a:t>   </a:t>
            </a:r>
            <a:r>
              <a:rPr lang="en-IN" sz="3600" b="1" dirty="0" smtClean="0">
                <a:solidFill>
                  <a:srgbClr val="7030A0"/>
                </a:solidFill>
                <a:latin typeface="Algerian" panose="04020705040A02060702" pitchFamily="82" charset="0"/>
                <a:cs typeface="Times New Roman" pitchFamily="18" charset="0"/>
              </a:rPr>
              <a:t>GAME-O-THON 2K26</a:t>
            </a:r>
            <a:endParaRPr lang="en-IN" sz="3600" b="1" dirty="0">
              <a:solidFill>
                <a:srgbClr val="7030A0"/>
              </a:solidFill>
              <a:latin typeface="Algerian" panose="04020705040A02060702" pitchFamily="82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42900" y="2268609"/>
            <a:ext cx="8445500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 smtClean="0"/>
          </a:p>
          <a:p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GAME TITLE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TEAM DETAILS</a:t>
            </a: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COLLEGE/INSTITUTE NAME</a:t>
            </a:r>
          </a:p>
          <a:p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6256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842087" y="1625600"/>
            <a:ext cx="582480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</a:t>
            </a:r>
            <a:r>
              <a:rPr lang="en-IN" sz="3600" b="1" dirty="0">
                <a:solidFill>
                  <a:srgbClr val="7030A0"/>
                </a:solidFill>
                <a:latin typeface="Algerian" panose="04020705040A02060702" pitchFamily="82" charset="0"/>
                <a:cs typeface="Times New Roman" pitchFamily="18" charset="0"/>
              </a:rPr>
              <a:t>GAME-O-THON 2K26</a:t>
            </a:r>
            <a:endParaRPr lang="en-IN" sz="3600" b="1" dirty="0">
              <a:solidFill>
                <a:srgbClr val="7030A0"/>
              </a:solidFill>
              <a:latin typeface="Algerian" panose="04020705040A02060702" pitchFamily="82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42900" y="2120900"/>
            <a:ext cx="8445500" cy="40626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INDEX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TEAM </a:t>
            </a: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DETAILS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Game Idea / </a:t>
            </a:r>
            <a:r>
              <a:rPr kumimoji="0" lang="en-IN" sz="2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Concept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Features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Theme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Game </a:t>
            </a:r>
            <a:r>
              <a:rPr kumimoji="0" lang="en-IN" sz="2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Design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Technical </a:t>
            </a:r>
            <a:r>
              <a:rPr kumimoji="0" lang="en-IN" sz="2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Details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Innovations</a:t>
            </a:r>
            <a:endParaRPr kumimoji="0" lang="en-IN" sz="2400" b="1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lvl="0" indent="-342900">
              <a:buFont typeface="Arial" pitchFamily="34" charset="0"/>
              <a:buChar char="•"/>
            </a:pPr>
            <a:r>
              <a:rPr lang="en-IN" sz="24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Future </a:t>
            </a:r>
            <a:r>
              <a:rPr lang="en-IN" sz="24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Enhancements</a:t>
            </a:r>
          </a:p>
          <a:p>
            <a:pPr marL="342900" lvl="0" indent="-342900">
              <a:buFont typeface="Arial" pitchFamily="34" charset="0"/>
              <a:buChar char="•"/>
            </a:pPr>
            <a:r>
              <a:rPr kumimoji="0" lang="en-IN" sz="2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Demo 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&amp; </a:t>
            </a:r>
            <a:r>
              <a:rPr kumimoji="0" lang="en-IN" sz="2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Conclusion</a:t>
            </a:r>
            <a:endParaRPr kumimoji="0" lang="en-I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4802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6256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010899" y="1625600"/>
            <a:ext cx="538870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200" b="1" dirty="0" smtClean="0"/>
              <a:t>   </a:t>
            </a:r>
            <a:r>
              <a:rPr lang="en-IN" sz="3600" b="1" dirty="0">
                <a:solidFill>
                  <a:srgbClr val="7030A0"/>
                </a:solidFill>
                <a:latin typeface="Algerian" panose="04020705040A02060702" pitchFamily="82" charset="0"/>
                <a:cs typeface="Times New Roman" pitchFamily="18" charset="0"/>
              </a:rPr>
              <a:t>GAME-O-THON 2K26</a:t>
            </a:r>
            <a:endParaRPr lang="en-IN" sz="3600" b="1" dirty="0">
              <a:solidFill>
                <a:srgbClr val="7030A0"/>
              </a:solidFill>
              <a:latin typeface="Algerian" panose="04020705040A02060702" pitchFamily="82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42900" y="2120900"/>
            <a:ext cx="8445500" cy="22775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 smtClean="0"/>
          </a:p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TEAM DETAILS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Game Title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Team Name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Team Members Names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College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Name</a:t>
            </a:r>
            <a:endParaRPr lang="en-IN" sz="24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1149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6256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88900" y="1778000"/>
            <a:ext cx="89535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itchFamily="18" charset="0"/>
                <a:cs typeface="Times New Roman" pitchFamily="18" charset="0"/>
              </a:rPr>
              <a:t>Game Idea / Concept</a:t>
            </a:r>
          </a:p>
        </p:txBody>
      </p:sp>
    </p:spTree>
    <p:extLst>
      <p:ext uri="{BB962C8B-B14F-4D97-AF65-F5344CB8AC3E}">
        <p14:creationId xmlns:p14="http://schemas.microsoft.com/office/powerpoint/2010/main" val="2738161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6256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88900" y="1778000"/>
            <a:ext cx="89535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Features</a:t>
            </a:r>
            <a:endParaRPr lang="en-IN" sz="28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6293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6256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88900" y="1778000"/>
            <a:ext cx="89535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Theme </a:t>
            </a:r>
            <a:endParaRPr lang="en-IN" sz="28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7817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6256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65100" y="1778000"/>
            <a:ext cx="87757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itchFamily="18" charset="0"/>
                <a:cs typeface="Times New Roman" pitchFamily="18" charset="0"/>
              </a:rPr>
              <a:t>Game Design</a:t>
            </a:r>
          </a:p>
        </p:txBody>
      </p:sp>
    </p:spTree>
    <p:extLst>
      <p:ext uri="{BB962C8B-B14F-4D97-AF65-F5344CB8AC3E}">
        <p14:creationId xmlns:p14="http://schemas.microsoft.com/office/powerpoint/2010/main" val="30286404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6256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14300" y="1727200"/>
            <a:ext cx="88646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itchFamily="18" charset="0"/>
                <a:cs typeface="Times New Roman" pitchFamily="18" charset="0"/>
              </a:rPr>
              <a:t>Technical Details</a:t>
            </a:r>
          </a:p>
        </p:txBody>
      </p:sp>
    </p:spTree>
    <p:extLst>
      <p:ext uri="{BB962C8B-B14F-4D97-AF65-F5344CB8AC3E}">
        <p14:creationId xmlns:p14="http://schemas.microsoft.com/office/powerpoint/2010/main" val="42152152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6256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14300" y="1727200"/>
            <a:ext cx="88646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INNOVATIONS</a:t>
            </a:r>
            <a:endParaRPr lang="en-IN" sz="28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31184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6256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14300" y="1727200"/>
            <a:ext cx="88646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IN" sz="28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Future</a:t>
            </a:r>
            <a:r>
              <a:rPr lang="en-IN" sz="2800" dirty="0" smtClean="0"/>
              <a:t> </a:t>
            </a:r>
            <a:r>
              <a:rPr lang="en-IN" sz="28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Enhancements</a:t>
            </a:r>
          </a:p>
        </p:txBody>
      </p:sp>
    </p:spTree>
    <p:extLst>
      <p:ext uri="{BB962C8B-B14F-4D97-AF65-F5344CB8AC3E}">
        <p14:creationId xmlns:p14="http://schemas.microsoft.com/office/powerpoint/2010/main" val="34002659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6256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52400" y="1727200"/>
            <a:ext cx="881379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itchFamily="18" charset="0"/>
                <a:cs typeface="Times New Roman" pitchFamily="18" charset="0"/>
              </a:rPr>
              <a:t>Demo &amp; Conclusion</a:t>
            </a:r>
          </a:p>
        </p:txBody>
      </p:sp>
    </p:spTree>
    <p:extLst>
      <p:ext uri="{BB962C8B-B14F-4D97-AF65-F5344CB8AC3E}">
        <p14:creationId xmlns:p14="http://schemas.microsoft.com/office/powerpoint/2010/main" val="4826162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6256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-213360" y="3957895"/>
            <a:ext cx="881379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200" b="1" dirty="0" smtClean="0">
                <a:latin typeface="Times New Roman" pitchFamily="18" charset="0"/>
                <a:cs typeface="Times New Roman" pitchFamily="18" charset="0"/>
              </a:rPr>
              <a:t>THANK </a:t>
            </a:r>
            <a:r>
              <a:rPr lang="en-IN" sz="3200" b="1" dirty="0" smtClean="0">
                <a:latin typeface="Times New Roman" pitchFamily="18" charset="0"/>
                <a:cs typeface="Times New Roman" pitchFamily="18" charset="0"/>
              </a:rPr>
              <a:t>YOU</a:t>
            </a:r>
            <a:endParaRPr lang="en-IN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927743" y="1764750"/>
            <a:ext cx="396615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3200" b="1" dirty="0">
                <a:solidFill>
                  <a:srgbClr val="7030A0"/>
                </a:solidFill>
                <a:latin typeface="Algerian" panose="04020705040A02060702" pitchFamily="82" charset="0"/>
                <a:cs typeface="Times New Roman" pitchFamily="18" charset="0"/>
              </a:rPr>
              <a:t>GAME-O-THON 2K26</a:t>
            </a:r>
            <a:endParaRPr lang="en-IN" sz="3200" b="1" dirty="0">
              <a:solidFill>
                <a:srgbClr val="7030A0"/>
              </a:solidFill>
              <a:latin typeface="Algerian" panose="04020705040A02060702" pitchFamily="82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88670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65</Words>
  <Application>Microsoft Office PowerPoint</Application>
  <PresentationFormat>On-screen Show (4:3)</PresentationFormat>
  <Paragraphs>35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Algerian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Dr.Rupali Pawar</cp:lastModifiedBy>
  <cp:revision>13</cp:revision>
  <dcterms:created xsi:type="dcterms:W3CDTF">2013-01-27T09:14:16Z</dcterms:created>
  <dcterms:modified xsi:type="dcterms:W3CDTF">2026-04-17T11:10:08Z</dcterms:modified>
  <cp:category/>
</cp:coreProperties>
</file>